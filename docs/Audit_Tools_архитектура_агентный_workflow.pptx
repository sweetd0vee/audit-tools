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9" d="100"/>
          <a:sy n="109" d="100"/>
        </p:scale>
        <p:origin x="63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5440680"/>
            <a:ext cx="12027103" cy="4114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97280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AUDIT TOOLS  </a:t>
            </a:r>
            <a:r>
              <a:rPr sz="1300" b="1" i="0" dirty="0" smtClean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·  </a:t>
            </a:r>
            <a:r>
              <a:rPr sz="1300" b="1" i="0" dirty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v0.0.1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1155680" cy="14173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Автоматизация работы
внутреннего аудитора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0515600" cy="8229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On-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prem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агентная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система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600" b="0" i="0" dirty="0" smtClean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ведения </a:t>
            </a:r>
            <a:r>
              <a:rPr sz="1600" b="0" i="0" dirty="0" err="1" smtClean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аудиторской</a:t>
            </a:r>
            <a:r>
              <a:rPr sz="1600" b="0" i="0" dirty="0" smtClean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проверки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ru-RU" sz="1600" dirty="0" err="1" smtClean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Б</a:t>
            </a:r>
            <a:r>
              <a:rPr sz="1600" b="0" i="0" dirty="0" err="1" smtClean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анка</a:t>
            </a:r>
            <a:r>
              <a:rPr sz="1600" b="0" i="0" dirty="0" smtClean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: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
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библиотека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 НПА → RAG с 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отказом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 → 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черновики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рабочих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документов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. HITL </a:t>
            </a:r>
            <a:r>
              <a:rPr sz="1600" b="0" i="0" dirty="0" err="1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обязателен</a:t>
            </a:r>
            <a:r>
              <a:rPr sz="1600" b="0" i="0" dirty="0">
                <a:solidFill>
                  <a:srgbClr val="C5D2E0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669280"/>
            <a:ext cx="2103120" cy="20116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ПОВЕРХНОСТЬ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70448"/>
            <a:ext cx="210312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WebUI :3000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669280"/>
            <a:ext cx="2103120" cy="20116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ЯДРО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5870448"/>
            <a:ext cx="210312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dirty="0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FastAPI</a:t>
            </a:r>
            <a:r>
              <a:rPr sz="1300" b="1" i="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:8100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5669280"/>
            <a:ext cx="2103120" cy="20116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АГЕНТ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5870448"/>
            <a:ext cx="210312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Function Pipe 0.0.1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5669280"/>
            <a:ext cx="2103120" cy="20116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МОДЕЛЬ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5870448"/>
            <a:ext cx="210312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Ollama qwen3.8:27b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5669280"/>
            <a:ext cx="2103120" cy="20116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ПОИСК URL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5870448"/>
            <a:ext cx="210312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SearXNG + allowlist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ru-RU" sz="1100" dirty="0" smtClean="0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Департамент </a:t>
            </a:r>
            <a:r>
              <a:rPr sz="1100" b="0" i="0" dirty="0" err="1" smtClean="0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внутреннего</a:t>
            </a:r>
            <a:r>
              <a:rPr sz="1100" b="0" i="0" dirty="0" smtClean="0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dirty="0" err="1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аудита</a:t>
            </a:r>
            <a:r>
              <a:rPr sz="1100" b="0" i="0" dirty="0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  ·  </a:t>
            </a:r>
            <a:r>
              <a:rPr sz="1100" b="0" i="0" dirty="0" err="1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контур</a:t>
            </a:r>
            <a:r>
              <a:rPr sz="1100" b="0" i="0" dirty="0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100" b="0" i="0" dirty="0" err="1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банка</a:t>
            </a:r>
            <a:r>
              <a:rPr sz="1100" b="0" i="0" dirty="0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  ·  20 </a:t>
            </a:r>
            <a:r>
              <a:rPr sz="1100" b="0" i="0" dirty="0" err="1">
                <a:solidFill>
                  <a:srgbClr val="8A9CB0"/>
                </a:solidFill>
                <a:latin typeface="Calibri"/>
                <a:ea typeface="Calibri"/>
                <a:cs typeface="Calibri"/>
              </a:rPr>
              <a:t>слайдов</a:t>
            </a:r>
            <a:endParaRPr sz="1100" b="0" i="0" dirty="0">
              <a:solidFill>
                <a:srgbClr val="8A9CB0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01  ·  ПОСТАНОВКА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Цель проекта: автоматизация контура проверки, не подмена суждения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2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78992"/>
            <a:ext cx="745236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078992"/>
            <a:ext cx="64008" cy="19659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170432"/>
            <a:ext cx="715975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Продуктовая цель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463040"/>
            <a:ext cx="7178040" cy="15087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Сократить ручной цикл внутреннего аудитора: вспомнить НПА → найти актуальную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редакцию → выписать нормы → набросать программу, гипотезы, мнение, заключение.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Система ведёт кейс как систему записи: статусы, утверждённый список, файлы,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чанки, цитаты, артефакты Word/Excel. Модель думает; документы доказывают;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аудитор подтверждает. Один вход: http://localhost:3000, модель «Аудитор».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79" y="1078992"/>
            <a:ext cx="3840480" cy="1965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955279" y="1078992"/>
            <a:ext cx="64008" cy="1965960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138159" y="1170432"/>
            <a:ext cx="354787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Инвариант (не ломаем)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59" y="1397625"/>
            <a:ext cx="2532890" cy="15087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Модель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ставит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аудиторское</a:t>
            </a:r>
            <a:endParaRPr sz="1200" b="0" i="0" dirty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суждение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и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подписывает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WP.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Цитата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проверяется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по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файлу</a:t>
            </a:r>
            <a:endParaRPr sz="1200" b="0" i="0" dirty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в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кейсе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Нет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фрагмента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—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отказ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гладкий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абзац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кодекса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Клиентские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данные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интернет</a:t>
            </a:r>
            <a:endParaRPr sz="1200" b="0" i="0" dirty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не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200" b="0" i="0" dirty="0" err="1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уходят</a:t>
            </a:r>
            <a:r>
              <a:rPr sz="1200" b="0" i="0" dirty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4612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12064" y="3401568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2064" y="3401568"/>
            <a:ext cx="384048" cy="292608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" y="3401568"/>
            <a:ext cx="201168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Собрать норму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" y="3840480"/>
            <a:ext cx="2514600" cy="228600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propose → HITL select → download allowlist → ingest → index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24612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3438144" y="3401568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38144" y="3401568"/>
            <a:ext cx="384048" cy="292608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3401568"/>
            <a:ext cx="201168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Прочитать норму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38144" y="3840480"/>
            <a:ext cx="2514600" cy="228600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саммари / программа / вопрос … с цитатой из *этой* библиотеки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4612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364224" y="3401568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364224" y="3401568"/>
            <a:ext cx="384048" cy="292608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21424" y="3401568"/>
            <a:ext cx="201168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Спланировать проверку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64224" y="3840480"/>
            <a:ext cx="2514600" cy="228600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гипотезы.xlsx → HITL → черновик мнения и заключения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246120"/>
            <a:ext cx="2788920" cy="3108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9290304" y="3401568"/>
            <a:ext cx="384048" cy="292608"/>
          </a:xfrm>
          <a:prstGeom prst="roundRect">
            <a:avLst>
              <a:gd name="adj" fmla="val 8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290304" y="3401568"/>
            <a:ext cx="384048" cy="292608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47504" y="3401568"/>
            <a:ext cx="201168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Не автоматизировать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90304" y="3840480"/>
            <a:ext cx="2514600" cy="228600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подпись, «нарушение / не нарушение», SaaS, форк UI, RAG по Excel клиента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02  ·  ДОМЕН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Что делает аудитор руками — и какой слой закрывает система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3 / 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097280"/>
          <a:ext cx="11430000" cy="52120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Ручной шаг СВА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Риск без системы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Закрыто в v0.0.1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Механизм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Вспомнить законы / инструкции НБРБ / НК / ГК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Пропуск акта, устаревшая редакция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LLM propose JSON + priority 1/2/3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Найти URL на pravo.by / nbrb.by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Форум, РФ, неофициальный текст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known_sources → SearXNG → allowlist hop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Прочитать десятки страниц, выписать 5–7 норм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 масштабируется, галлюцинация статей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query-focused RAG + Word-карточки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Спросить «что говорит закон»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Память модели ≠ редакция в кейсе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POST /knowledge/ask, refuse без evidence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Черновик программы проверки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Пустой бланк, часы на структуру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GET …/program/stream → .docx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Чеклист гипотез на проверку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Гипотезы «из головы» без опоры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Excel 8–10 + HITL select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Раздел I / заключение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Суждение модели как акт СВА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Черновик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после утверждённых гипотез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Факт: сколько начислено по выгрузке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RAG по Excel смешает норму и цифру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 (v0.4)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DuckDB evidence_sql, не Knowledge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Тесты, выборка, working papers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Подпись за аудитора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 (v0.5)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propose_tests + шаблон WP, статус draft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03  ·  АРХИТЕКТУРА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Сборка готовых сервисов вокруг одного custom-ядра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4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11430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097280"/>
            <a:ext cx="128016" cy="98755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1207008"/>
            <a:ext cx="1078992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Поверхность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517904"/>
            <a:ext cx="1078992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Open WebUI — чат, Files, Knowledge, auth. Свой SPA не пишем. frontend/ — лаборатория API, profile lab.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176272"/>
            <a:ext cx="11430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65760" y="2176272"/>
            <a:ext cx="128016" cy="987552"/>
          </a:xfrm>
          <a:prstGeom prst="rect">
            <a:avLst/>
          </a:prstGeom>
          <a:solidFill>
            <a:srgbClr val="1436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2286000"/>
            <a:ext cx="1078992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Клей агента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596896"/>
            <a:ext cx="1078992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Function Pipe «Аудитор»: фазы кодом, HITL, HTTP на API. Tools — fallback native FC, не продукт.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255264"/>
            <a:ext cx="11430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5760" y="3255264"/>
            <a:ext cx="128016" cy="987552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364992"/>
            <a:ext cx="1078992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Система записи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675888"/>
            <a:ext cx="1078992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Audit Tool Server (FastAPI): кейс, propose/select/download, ingest, index, ask, Word/Excel, trail.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334256"/>
            <a:ext cx="11430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4334256"/>
            <a:ext cx="128016" cy="987552"/>
          </a:xfrm>
          <a:prstGeom prst="rect">
            <a:avLst/>
          </a:prstGeom>
          <a:solidFill>
            <a:srgbClr val="8F72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4443984"/>
            <a:ext cx="1078992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Инференс / поиск / диск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754880"/>
            <a:ext cx="1078992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Ollama LLM+embed+rerank  ·  SearXNG (URL, не RAG-чат)  ·  файлы кейса  ·  Chroma OWUI (опц. sync)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5486400"/>
            <a:ext cx="11338560" cy="9601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Правило стыковки: Pipe/Tools не содержат бизнес-логики и не дублируют download/RAG. Сервер не рисует UI.
Каждая строка своего кода закрывает дыру, которой нет в Open WebUI / Ollama / SearXNG / python-docx.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04  ·  КОМПОНЕНТЫ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Граница своего кода: домен проверки, не чат и не LLM-рантайм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5 / 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078992"/>
          <a:ext cx="11521440" cy="5257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Компонент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Роль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Свой код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Статус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Open WebUI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Единственная поверхность аудитора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 — засев env/RAG/Pipe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коробка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Function Pipe «Аудитор»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Agent loop: classify → API → HITL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audit_agent.py + intent.py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0.0.1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Open WebUI Tools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Native FC обёртки API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tools/audit_case.py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fallback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Audit Tool Server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Система записи, allowlist, RAG, артефакты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backend/app — главный custom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0.0.1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Ollama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qwen3.8:27b + qwen3-embedding + reranker 4B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хост :11434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SearXNG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Поиск URL актов, settings.yml allowlist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 — свой yml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внутр. :8080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python-docx / openpyxl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Саммари, программа, мнение, заключение, гипотезы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генераторы + промпты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v0.0.1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Docker Compose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OWUI + backend + SearXNG + pipe-seed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compose, env, seed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есть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DuckDB / evidence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SQL по выгрузкам клиента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план v0.4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799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Chroma в OWUI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Опциональный дубль .txt коллекции npa-{id}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sync по API-ключу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опция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05  ·  СИСТЕМА ЗАПИСИ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Кейс на диске: конечный автомат статусов, не чат-история как source of truth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6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9728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" y="1152144"/>
            <a:ext cx="2039112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" y="1389888"/>
            <a:ext cx="2039112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POST /cases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1207008"/>
            <a:ext cx="201168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80" y="109728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52344" y="1152144"/>
            <a:ext cx="2039112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proposed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52344" y="1389888"/>
            <a:ext cx="2039112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POST /propose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0600" y="1207008"/>
            <a:ext cx="201168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0" y="109728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084064" y="1152144"/>
            <a:ext cx="2039112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selected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4064" y="1389888"/>
            <a:ext cx="2039112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POST /select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1207008"/>
            <a:ext cx="201168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19" y="109728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15783" y="1152144"/>
            <a:ext cx="2039112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15783" y="1389888"/>
            <a:ext cx="2039112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POST /download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39" y="1207008"/>
            <a:ext cx="201168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1097280"/>
            <a:ext cx="2148840" cy="777240"/>
          </a:xfrm>
          <a:prstGeom prst="roundRect">
            <a:avLst>
              <a:gd name="adj" fmla="val 8000"/>
            </a:avLst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47504" y="1152144"/>
            <a:ext cx="2039112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ready / failed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1389888"/>
            <a:ext cx="2039112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C8D6E4"/>
                </a:solidFill>
                <a:latin typeface="Calibri"/>
                <a:ea typeface="Calibri"/>
                <a:cs typeface="Calibri"/>
              </a:rPr>
              <a:t>ingest + index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2057400"/>
            <a:ext cx="566928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2057400"/>
            <a:ext cx="64008" cy="42519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2148840"/>
            <a:ext cx="537667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data/audit_cases/{case_id}/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0352" y="2441448"/>
            <a:ext cx="5394960" cy="37947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case.json              система записи (статус, документы, HITL)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manifest.json          URL, sha256, источник (manual / known / searx)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knowledge_raw/         HTML/PDF первоисточники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knowledge_text/        очищенный текст, ## Статья N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knowledge_index.json   чанки + эмбеддинги (та же модель, что ask)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summaries/ totals/ programs/ hypotheses/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opinions/ reports/     Word-черновики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library.zip            архив сырых актов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trail/                 ask.jsonl, download-manifest (частично)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evidence/ tests/ wp/   зарезервировано, не в Knowledge НПА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2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SQLite — только когда больно искать кейсы. Не Postgres «на вырост».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2057400"/>
            <a:ext cx="5577840" cy="4251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2057400"/>
            <a:ext cx="64008" cy="4251960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2148840"/>
            <a:ext cx="528523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Почему файлы, не БД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2441448"/>
            <a:ext cx="5303520" cy="37947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Один оператор, выделенный хост, кейс = папка.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Аудитор читает zip/docx с диска; trail восстановим.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case_id в чате: скрытый HTML-комментарий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&lt;!--audit-case:{id}--&gt; — привязка окна к контуру.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Новый чат = нет метки = нет библиотеки.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2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API — единственная мутация. Pipe не пишет файлы.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Lock на кейс (async_lock) при download/brief.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Статус selected без download: HITL не обойти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прямым вызовом download на неутверждённые id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(сервер качает только selected).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06  ·  ТЕОРИЯ PIPE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WebUI Function Pipe — детерминированный агентный цикл в одном Python-файле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7 / 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051560"/>
            <a:ext cx="11338560" cy="6400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Pipe — не «ещё одна модель» и не LangGraph. Это класс Pipe.pipe(body) внутри Functions Open WebUI:
перехватывает user message до LLM, исполняет Python, стримит статусы через __event_emitter__, возвращает строку в чат.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828800"/>
            <a:ext cx="3730752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1828800"/>
            <a:ext cx="3730752" cy="4572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064" y="1901952"/>
            <a:ext cx="3438144" cy="329184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Контракт Open WebUI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2395728"/>
            <a:ext cx="3401568" cy="3749039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Один paste-файл (seed_pipe.py склеивает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intent.py в audit_agent.py).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ID функции: auditor; title: Аудитор.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Появляется в списке моделей без иконки ol.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Valves — pydantic BaseModel, шестерёнка Admin.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requirements: httpx — ставит рантайм OWUI.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828800"/>
            <a:ext cx="3730752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251960" y="1828800"/>
            <a:ext cx="3730752" cy="457200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98264" y="1901952"/>
            <a:ext cx="3438144" cy="329184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Цикл за сообщение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2395728"/>
            <a:ext cx="3401568" cy="3749039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1. _last_user_text(body)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2. case_id из истории (CASE_MARK)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3. classify(text, has_case) → Cmd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4. HTTP к AUDIT_API (SSE на артефактах)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5. emitter: статус фазы в UI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6. ответ + NEXT_STEPS + метка кейса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828800"/>
            <a:ext cx="3730752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60" y="1828800"/>
            <a:ext cx="3730752" cy="457200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1901952"/>
            <a:ext cx="3438144" cy="329184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Что Pipe сознательно не делает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395728"/>
            <a:ext cx="3401568" cy="3749039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вызывает LLM на утверждаю / документы.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держит RAG-индекс и не парсит HTML.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выбирает фазу вероятностно (ReAct).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качает до select (сервер тоже не качает).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смешивает вопрос и обычный чат.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Не является оркестратором микросервисов.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07  ·  ТЕОРИЯ PIPE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Почему фаза в коде, а не native function calling и не свободный ReAct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8 / 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078992"/>
          <a:ext cx="11521439" cy="32461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776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Подход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Кто выбирает следующий шаг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HITL download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Пригодно для продукта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Native FC + Tools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27B сама вызывает tool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Часто download без «утверждаю» или tool не вызывается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Fallback / обучение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Свободный ReAct / LangGraph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LLM + граф состояний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Нужен отдельный interrupt; локальная 27B нестабильна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Нет: второй агент запрещён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Function Pipe + regex FSM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Код: первое совпадение classify()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Download только после Cmd.APPROVE → select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Primary path v0.0.1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Pipelines (OWUI Pipelines)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Отдельный сервис стадий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Можно await user, но второй контур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Запасная идея, не current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4480560"/>
            <a:ext cx="56692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4480560"/>
            <a:ext cx="64008" cy="18288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4572000"/>
            <a:ext cx="537667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Инженерный тезис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4864608"/>
            <a:ext cx="5394960" cy="137160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Локальный Qwen 27B плохо держит native tool-calling.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Юридический HITL нельзя отдавать вероятности вызова tool.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Модель предлагает список НПА и пишет текст по фрагментам.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Качать / включать гипотезу в мнение — решает аудитор, код исполняет.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480560"/>
            <a:ext cx="55778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4480560"/>
            <a:ext cx="64008" cy="1828800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4572000"/>
            <a:ext cx="528523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Следствие для качества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864608"/>
            <a:ext cx="5303520" cy="137160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Новый тип проверки ≠ новый парсер фраз.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Синонимы команд — да (intent.py + тесты).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Бизнес-логика — backend. Pipe = маршрутизатор + UX статусов.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Не ждать оркестратор, чтобы «агент стал умнее».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08  ·  МАРШРУТИЗАЦИЯ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classify(): упорядоченный FSM. Порядок — продукт, переставлять нельзя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9 / 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1051560"/>
          <a:ext cx="11521440" cy="5349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2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#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Cmd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Триггер (первое совпадение)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LLM?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API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HELP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помощь / help / ?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—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2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ASK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^вопрос | /ask | /вопрос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да, по чанкам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POST …/knowledge/ask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3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SELECT_HYPOTHESES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утверждаю гипотезы 1,3,5 | все | приоритет высокий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POST …/hypotheses/select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4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OPINION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аудиторское мнение [-c|-t] [заново]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GET …/opinion/stream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5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CONCLUSION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аудиторское заключение [-c|-t]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GET …/conclusion/stream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6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PROGRAM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программа проверки [N|N–M пунктов]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GET …/program/stream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7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TOTAL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саммари total | конспект модели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да, без файлов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GET …/total/stream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8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HYPOTHESES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гипотезы | чеклист гипотез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GET …/hypotheses/stream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9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BRIEF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саммари | сводка | бриф | docx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да, RAG/oneshot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GET …/brief/stream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10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APPROVE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утверждаю 1,2 | плюс Title | к N url | скачай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select + download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11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LIBRARY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документы | библиотека | файлы | архив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GET …/library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12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STATUS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статус | кейсы | проверки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нет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GET /cases, GET /cases/{id}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13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NEW_CASE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проверк*|аудит* и !has_case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да, JSON НПА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POST /cases + /propose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14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CHAT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иначе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да, память модели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POST /api/v1/chat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09  ·  AGENT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Сквозной контур v0.0.1: от описания темы до черновика заключения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10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1078992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92608" y="1078992"/>
            <a:ext cx="1874519" cy="36576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1115568"/>
            <a:ext cx="17373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 Тема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536192"/>
            <a:ext cx="1737360" cy="10515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Проверка &lt;тема&gt;, kw1, kw2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926080"/>
            <a:ext cx="173736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alibri"/>
                <a:ea typeface="Calibri"/>
                <a:cs typeface="Calibri"/>
              </a:rPr>
              <a:t>create + propose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75688" y="1920240"/>
            <a:ext cx="201168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67712" y="1078992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67712" y="1078992"/>
            <a:ext cx="1874519" cy="365760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340864" y="1115568"/>
            <a:ext cx="17373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HITL НПА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40864" y="1536192"/>
            <a:ext cx="1737360" cy="10515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утверждаю 1, 2, 4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плюс Title · к N url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40864" y="2926080"/>
            <a:ext cx="173736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alibri"/>
                <a:ea typeface="Calibri"/>
                <a:cs typeface="Calibri"/>
              </a:rPr>
              <a:t>select + download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50792" y="1920240"/>
            <a:ext cx="201168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42816" y="1078992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242816" y="1078992"/>
            <a:ext cx="1874519" cy="36576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315968" y="1115568"/>
            <a:ext cx="17373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 Индекс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1536192"/>
            <a:ext cx="1737360" cy="10515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extract → chunk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embed → index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2926080"/>
            <a:ext cx="173736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alibri"/>
                <a:ea typeface="Calibri"/>
                <a:cs typeface="Calibri"/>
              </a:rPr>
              <a:t>ingest +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5896" y="1920240"/>
            <a:ext cx="201168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078992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1078992"/>
            <a:ext cx="1874519" cy="36576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91072" y="1115568"/>
            <a:ext cx="17373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4. Планирование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2" y="1536192"/>
            <a:ext cx="1737360" cy="10515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саммари · total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программа · гипотезы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91072" y="2926080"/>
            <a:ext cx="173736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alibri"/>
                <a:ea typeface="Calibri"/>
                <a:cs typeface="Calibri"/>
              </a:rPr>
              <a:t>artifact streams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1920240"/>
            <a:ext cx="201168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93024" y="1078992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8193024" y="1078992"/>
            <a:ext cx="1874519" cy="365760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266176" y="1115568"/>
            <a:ext cx="17373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 HITL гип.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66176" y="1536192"/>
            <a:ext cx="1737360" cy="10515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утверждаю гипотезы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1, 3, 5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66176" y="2926080"/>
            <a:ext cx="173736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alibri"/>
                <a:ea typeface="Calibri"/>
                <a:cs typeface="Calibri"/>
              </a:rPr>
              <a:t>hypotheses/select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76104" y="1920240"/>
            <a:ext cx="201168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›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168128" y="1078992"/>
            <a:ext cx="1874519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0168128" y="1078992"/>
            <a:ext cx="1874519" cy="36576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241280" y="1115568"/>
            <a:ext cx="17373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6. Черновики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1536192"/>
            <a:ext cx="1737360" cy="105156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мнение → заключение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1A2332"/>
                </a:solidFill>
                <a:latin typeface="Calibri"/>
                <a:ea typeface="Calibri"/>
                <a:cs typeface="Calibri"/>
              </a:rPr>
              <a:t>вопрос …  |  chat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41280" y="2926080"/>
            <a:ext cx="1737360" cy="3657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alibri"/>
                <a:ea typeface="Calibri"/>
                <a:cs typeface="Calibri"/>
              </a:rPr>
              <a:t>opinion / ask / chat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3584448"/>
            <a:ext cx="566928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65760" y="3584448"/>
            <a:ext cx="64008" cy="2697480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48640" y="3675888"/>
            <a:ext cx="537667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Параллельность и кэш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0352" y="3968496"/>
            <a:ext cx="5394960" cy="224028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Саммари / total / программа — в любом порядке после ready.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Повтор без «заново» отдаёт готовый файл, если библиотека не менялась.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Документы качаются строго последовательно (одна Ollama на хосте).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SSE: прогресс «Саммари акта 3 из 10» — это код, не токены модели.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Обычный чат доступен сразу после кейса; вопрос — только с индексом.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217920" y="3584448"/>
            <a:ext cx="5577840" cy="2697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217920" y="3584448"/>
            <a:ext cx="64008" cy="2697480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400800" y="3675888"/>
            <a:ext cx="528523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Границы сеанса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3968496"/>
            <a:ext cx="5303520" cy="224028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Одна проверка = один чат. Вторая тема — новый чат + модель Аудитор.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Удаление ответов агента срывает CASE_MARK — кейс «теряется».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Голый qwen3.8:27b (иконка ol) — без рук, без стоп-крана.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Веб-поиск чата выключен: ENABLE_WEB_SEARCH=false.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Данных клиента в этом workflow нет — это другой контур (v0.4).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10  ·  HUMAN-IN-THE-LOOP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Два стоп-крана в коде сервера и Pipe одновременно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11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78992"/>
            <a:ext cx="566928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078992"/>
            <a:ext cx="64008" cy="5212080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170432"/>
            <a:ext cx="537667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Стоп-кран 1 — библиотека НПА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463040"/>
            <a:ext cx="5394960" cy="475488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Без POST /select сервер не качает. Pipe не шлёт download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по списку, пока classify ≠ APPROVE.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3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Фразы: утверждаю 1, 2, 4  ·  подтверждаю  ·  выбираю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утверждаю все обязательные  (= priority==1, не «все»)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плюс / добавь / +  Title; Title; Title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к 3 url https://pravo.by/document/?guid=…  (полный URL)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скачай / скачай ещё раз — retry уже selected, без новых id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3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Резолв URL: manual → known_sources → SearXNG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(+ DDG/Bing только если NPA_WEB_FALLBACK=true).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Каждый hop редиректа — host_allowed(allowlist).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Уже лежащий файл не перезаписывается.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78992"/>
            <a:ext cx="557784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078992"/>
            <a:ext cx="64008" cy="521208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170432"/>
            <a:ext cx="528523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Стоп-кран 2 — гипотезы → мнение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463040"/>
            <a:ext cx="5303520" cy="475488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гипотезы пишут Excel — это ещё не суждение.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В раздел I попадают только id после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POST …/hypotheses/select.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3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утверждаю гипотезы 1, 3, 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утверждаю гипотезы все с приоритетом высокий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утверждаю все гипотезы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3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Мнение без select → отказ Pipe: «Сначала подтвердите».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Заключение требует и select, и уже собранное мнение.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Шрифт артефакта: -c Calibri, -t Times New Roman (default t).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3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Оба крана — продукт доверия СВА, не UX-кнопка.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Модель не имеет ветки «скачать всё / подписать».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11  ·  РЕАЛИЗОВАННЫЙ 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Команды чата — единственный product UI. Кнопок мастера нет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12 / 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6032" y="1024128"/>
          <a:ext cx="11658600" cy="5349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46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51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Написать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Синонимы / флаги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Артефакт / эффект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Проверка &lt;тема&gt;, kw, kw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аудит … (если нет кейса)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кейс + нумерованный список НПА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утверждаю 1, 2, 4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подтверждаю, выбираю, скачивай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select + download + index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утверждаю все обязательные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 «все из списка»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только priority=1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плюс / добавь Title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;  или  +  между названиями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extra_titles в select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к N url https://…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пункт|акт|id + url|ссылка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manual URL, allowlist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скачай / скачай ещё раз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скачать выбранные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retry download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документы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библиотека, файлы, архив, покажи акты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список + zip + ссылки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саммари  /  саммари заново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сводка, бриф, docx, word, обзор актов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…_summary.docx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саммари total  /  заново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конспект модели  (не голое «total»)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…_total.docx из памяти модели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программа проверки [8] / [6-10]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составь программу, /program, заново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…_programma.docx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гипотезы  /  гипотезы заново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чеклист гипотез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…_gipotezy.xlsx + .md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утверждаю гипотезы 1, 3, 5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все / приоритет высокий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HITL для мнения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аудиторское мнение [-c|-t]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заново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…_mnenie.docx раздел I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аудиторское заключение [-c|-t]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заново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…_zakluchenie.docx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4661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вопрос …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/ask, вопрос по базе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ответ + блок «Откуда»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14664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помощь / статус / кейсы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help  ?  проверки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шпаргалка / FSM / список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12  ·  ПОВЕРХНОСТЬ OPEN WEBUI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Что нажимать, какие статусы видеть, что сознательно выключено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13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78992"/>
            <a:ext cx="37947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65760" y="1078992"/>
            <a:ext cx="64008" cy="521208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1170432"/>
            <a:ext cx="350215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Кнопки и места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463040"/>
            <a:ext cx="3520440" cy="475488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Новый чат — слева. Одна проверка / окно.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Выбор модели → «Аудитор» (не ol).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Поле ввода — единственный вход команд.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Enter отправляет. Скрепка — не для Excel клиента.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2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Admin → Функции: ID auditor, тумблер Включено,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шестерёнка = Valves.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Admin → Документы: embedding / hybrid / RAG-шаблон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(для опц. Knowledge, не для /ask).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Настройки → Аккаунт → API Keys — sync .txt.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Workspace → Знания — не основной путь.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Swagger :8100/docs — разработчику, не аудитору.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078992"/>
            <a:ext cx="37947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80" y="1078992"/>
            <a:ext cx="64008" cy="5212080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80560" y="1170432"/>
            <a:ext cx="350215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Статусы Pipe (emitter)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1463040"/>
            <a:ext cx="3520440" cy="475488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Смотрю, на каком вы шаге…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Создаю проверку…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Подбираю список документов (npa)…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Сохраняю ваш выбор…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Скачиваю выбранные документы…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Готовлю базу знаний…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Ищу ответ в приложенных документах…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Готовлю обзор / total / программу / гипотезы…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Готовлю раздел I / заключение…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Отвечаю как в обычном чате…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2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Это прогресс кода, не токены LLM.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Propose и brief — минуты, не секунды.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0" y="1078992"/>
            <a:ext cx="3566160" cy="5212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229600" y="1078992"/>
            <a:ext cx="64008" cy="5212080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412480" y="1170432"/>
            <a:ext cx="327355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Выключить / не трогать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1463040"/>
            <a:ext cx="3291840" cy="4754880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Web Search в чате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Community / Arena / OpenAI API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Temporary Chat для НПА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Memories «про проверку»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Full Context на ГК/НК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MiniLM embedding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Native FC на продукте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Вторая модель «Аудитор» из Ollama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Прикрепление договоров/Excel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Тот же чат для второй темы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2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compose: ENABLE_WEB_SEARCH=false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ENABLE_PERSISTENT_CONFIG=false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— RAG-числа не откатываются к MiniLM.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13  ·  ОПЦИИ КАЧЕСТВА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Valves Pipe, backend env, RAG-числа — рычаги, не слайдеры «на глаз»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14 / 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4320" y="1024128"/>
          <a:ext cx="11612880" cy="5349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Где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Параметр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Значение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Зачем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Valves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AUDIT_API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http://backend:8100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HTTP из контейнера OWUI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Valves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PUBLIC_API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http://localhost:8100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Ссылки zip/docx в браузере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Valves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TIMEOUT_SEC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600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propose / download, 27B минуты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Valves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BRIEF_TIMEOUT_SEC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1800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саммари, программа, гипотезы, мнение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Valves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OPENWEBUI_API_KEY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пусто | ключ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пусто = только индекс сервера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backend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OLLAMA_MODEL / EMBED / NUM_CTX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27b / qwen3-embedding / 32768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 MiniLM, иначе юр. русский мёртв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backend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ollama_rerank_model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Qwen3-Reranker-4B:Q8_0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cross-encoder; пусто = lexical floor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backend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rag_top_k / candidates / neighbor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16 / 40 / 1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stuff в окно 32k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backend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rag_min_rerank / min_lexical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0.30 / 0.8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ниже порога чанк не evidence → refuse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backend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chunk_size / overlap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1600 / 180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статья + соседний абзац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backend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NPA_WEB_FALLBACK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false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true = DDG/Bing по названию акта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backend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domain_allowlist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pravo.by, nbrb.by, …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скачивание и hop редиректа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OWUI compose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hybrid BM25 weight / top-k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0.65 / 16 / rerank 10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дубль Knowledge, не /ask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OWUI модель ol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temp 0.2, think off, FC off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для голого чата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Pipe ходит в Ollama через backend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335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backend LLM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temp propose 0.2 / карточки 0.1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 ollama_client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меньше вольности в статьях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14  ·  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Продуктовый RAG — сервер, не Chroma чата. Retrieve-then-stuff, не map-reduce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15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" y="1078992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02336" y="1188720"/>
            <a:ext cx="329184" cy="27432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2336" y="1188720"/>
            <a:ext cx="329184" cy="274320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1188720"/>
            <a:ext cx="1298448" cy="2743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multi-query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" y="1554480"/>
            <a:ext cx="1664208" cy="10515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вопрос + варианты «Статья N» / «п. N»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67712" y="1078992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377440" y="1188720"/>
            <a:ext cx="329184" cy="27432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377440" y="1188720"/>
            <a:ext cx="329184" cy="274320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1188720"/>
            <a:ext cx="1298448" cy="2743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три канала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77440" y="1554480"/>
            <a:ext cx="1664208" cy="10515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BM25 + keyword + dense cosine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2816" y="1078992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52544" y="1188720"/>
            <a:ext cx="329184" cy="27432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352544" y="1188720"/>
            <a:ext cx="329184" cy="274320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8304" y="1188720"/>
            <a:ext cx="1298448" cy="2743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RRF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52544" y="1554480"/>
            <a:ext cx="1664208" cy="10515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слияние ранжирований без калибровки скоров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078992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327648" y="1188720"/>
            <a:ext cx="329184" cy="27432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27648" y="1188720"/>
            <a:ext cx="329184" cy="274320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3408" y="1188720"/>
            <a:ext cx="1298448" cy="2743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rerank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27648" y="1554480"/>
            <a:ext cx="1664208" cy="10515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cross-encoder P(yes); порог 0.30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4" y="1078992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302752" y="1188720"/>
            <a:ext cx="329184" cy="27432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02752" y="1188720"/>
            <a:ext cx="329184" cy="274320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68512" y="1188720"/>
            <a:ext cx="1298448" cy="2743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MMR λ=0.7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02752" y="1554480"/>
            <a:ext cx="1664208" cy="10515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разнообразие, не 16 копий одной статьи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68128" y="1078992"/>
            <a:ext cx="1874519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277856" y="1188720"/>
            <a:ext cx="329184" cy="274320"/>
          </a:xfrm>
          <a:prstGeom prst="roundRect">
            <a:avLst>
              <a:gd name="adj" fmla="val 8000"/>
            </a:avLst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277856" y="1188720"/>
            <a:ext cx="329184" cy="274320"/>
          </a:xfrm>
          <a:prstGeom prst="rect">
            <a:avLst/>
          </a:prstGeom>
          <a:noFill/>
        </p:spPr>
        <p:txBody>
          <a:bodyPr wrap="square" lIns="63500" tIns="40000" rIns="63500" bIns="4000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43616" y="1188720"/>
            <a:ext cx="1298448" cy="2743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neighbor+merge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77856" y="1554480"/>
            <a:ext cx="1664208" cy="10515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±1 чанк, склейка, stuff в промпт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65760" y="2926080"/>
            <a:ext cx="5669280" cy="3364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365760" y="2926080"/>
            <a:ext cx="64008" cy="3364992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48640" y="3017520"/>
            <a:ext cx="537667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Инварианты retrieval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" y="3310128"/>
            <a:ext cx="5394960" cy="2907792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Эмбеддинг вопроса = эмбеддинг индекса. Смена модели → reindex кейса.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Чанкер ARTICLE_RE: граница по «Статья N», не только token window.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Пустой evidence после gate → ASK_REFUSE, не преамбула кодекса.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Промпт: только фрагменты; цитата = акт + статья + дословно;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не РФ / ЕС / IFRS, если их нет во фрагментах.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Веб-поиск в ask выключен. SearXNG не участвует в вопросе.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Eval: backend/eval_rag.py, ~20 золотых; tests/test_ask.py.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Окно: 1600×16 ≈ 25k + инструкция; num_ctx=2048 ломает RAG физически.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2926080"/>
            <a:ext cx="5577840" cy="33649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217920" y="2926080"/>
            <a:ext cx="64008" cy="33649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400800" y="3017520"/>
            <a:ext cx="528523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Два режима ответа (не путать)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82512" y="3310128"/>
            <a:ext cx="5303520" cy="2907792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вопрос …  →  POST /knowledge/ask  →  цитата из библиотеки кейса.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без префикса  →  POST /chat  →  знания 27B, блока «Откуда» нет.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2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саммари: короткий акт — oneshot; длинный — тот же hybrid RAG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по keywords проверки, один stuff, не map-reduce по кодексу.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саммари total: один вызов без файлов. Это не норма.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endParaRPr sz="1200" b="0" i="0">
              <a:solidFill>
                <a:srgbClr val="5A6B7C"/>
              </a:solidFill>
              <a:latin typeface="Calibri"/>
              <a:ea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OWUI Knowledge — опциональный дубль .txt (API-ключ).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Продуктовый путь аудитора Knowledge не использует.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15  ·  КОНТУР И ДОВЕРИЕ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Норма ≠ факт. Allowlist. Локальность. Модель не подписывает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16 / 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078992"/>
          <a:ext cx="11430000" cy="2148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140">
                <a:tc>
                  <a:txBody>
                    <a:bodyPr/>
                    <a:lstStyle/>
                    <a:p>
                      <a:pPr algn="l"/>
                      <a:endParaRPr/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Норма (v0.0.1)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Факт (план v0.4)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Объект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НПА, инструкции НБРБ, внутренние политики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Выгрузки, договоры, обороты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Хранение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knowledge_* , коллекция npa-{id}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evidence/, DuckDB read_xlsx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Ответ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RAG + цитата статьи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tool SQL / pandas, лимит строк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Риск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галлюцинация статьи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«похожий ряд» в Excel как норма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Запрет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сочинять при пустом evidence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класть Excel в Knowledge НПА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3383280"/>
            <a:ext cx="5669280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65760" y="3383280"/>
            <a:ext cx="64008" cy="2907792"/>
          </a:xfrm>
          <a:prstGeom prst="rect">
            <a:avLst/>
          </a:prstGeom>
          <a:solidFill>
            <a:srgbClr val="A33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3474720"/>
            <a:ext cx="537667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Allowlist скачивания (и hop)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" y="3767328"/>
            <a:ext cx="5394960" cy="2450592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pravo.gov.by / pravo.by / etalonline.by / nbrb.by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minfin.gov.by / nalog.gov.by / government.by / president.gov.by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host_allowed: exact или subdomain. Чужой хост не качается.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Поиск URL ≠ скачивание: SearXNG фильтрует выдачу, сервер — диск.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NPA_WEB_FALLBACK: в DDG/Bing уходит название акта, не файл клиента.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Tools evidence (когда появятся) не имеют права ходить в интернет.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383280"/>
            <a:ext cx="5577840" cy="2907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383280"/>
            <a:ext cx="64008" cy="290779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474720"/>
            <a:ext cx="5285232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Периметр поставки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3767328"/>
            <a:ext cx="5303520" cy="2450592"/>
          </a:xfrm>
          <a:prstGeom prst="rect">
            <a:avLst/>
          </a:prstGeom>
          <a:noFill/>
        </p:spPr>
        <p:txBody>
          <a:bodyPr wrap="square" lIns="63500" tIns="40000" rIns="63500" bIns="400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Bind :3000 и :8100 на 127.0.0.1. SearXNG в LAN не публикуется.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CORS не *. Ollama на хосте, не в облаке.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Air-gap: образы и веса — файлами, не Hugging Face из банка.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Trail: file, chunk, url, tool args — восстановимо из кейса.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Открыто (P0 контура): shared secret на API; пины digest образов.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IAM / LDAP / N пользователей — вне скоупа (один оператор).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16  ·  АРТЕФАКТЫ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Что система уже отдаёт. Всё — черновик, не акт СВА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17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078992"/>
            <a:ext cx="5669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0352" y="1170432"/>
            <a:ext cx="31089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onsolas"/>
                <a:ea typeface="Consolas"/>
                <a:cs typeface="Consolas"/>
              </a:rPr>
              <a:t>library.zip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188720"/>
            <a:ext cx="22860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onsolas"/>
                <a:ea typeface="Consolas"/>
                <a:cs typeface="Consolas"/>
              </a:rPr>
              <a:t>GET …/library/archive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1536192"/>
            <a:ext cx="5349240" cy="5943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Сырые HTML/PDF утверждённых актов + manifest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078992"/>
            <a:ext cx="5669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82512" y="1170432"/>
            <a:ext cx="31089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onsolas"/>
                <a:ea typeface="Consolas"/>
                <a:cs typeface="Consolas"/>
              </a:rPr>
              <a:t>summary.docx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188720"/>
            <a:ext cx="22860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onsolas"/>
                <a:ea typeface="Consolas"/>
                <a:cs typeface="Consolas"/>
              </a:rPr>
              <a:t>brief/stream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536192"/>
            <a:ext cx="5349240" cy="5943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Обзор контура + карточка на акт + приложение [n] URL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359152"/>
            <a:ext cx="5669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450592"/>
            <a:ext cx="31089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onsolas"/>
                <a:ea typeface="Consolas"/>
                <a:cs typeface="Consolas"/>
              </a:rPr>
              <a:t>total.docx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2468880"/>
            <a:ext cx="22860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onsolas"/>
                <a:ea typeface="Consolas"/>
                <a:cs typeface="Consolas"/>
              </a:rPr>
              <a:t>total/stream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2816352"/>
            <a:ext cx="5349240" cy="5943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Конспект темы из весов модели, сверка с первоисточником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359152"/>
            <a:ext cx="5669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82512" y="2450592"/>
            <a:ext cx="31089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onsolas"/>
                <a:ea typeface="Consolas"/>
                <a:cs typeface="Consolas"/>
              </a:rPr>
              <a:t>programma.docx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468880"/>
            <a:ext cx="22860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onsolas"/>
                <a:ea typeface="Consolas"/>
                <a:cs typeface="Consolas"/>
              </a:rPr>
              <a:t>program/stream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816352"/>
            <a:ext cx="5349240" cy="5943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Цель, границы, риски, процедуры с [n], выборка, РД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639312"/>
            <a:ext cx="5669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3730752"/>
            <a:ext cx="31089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onsolas"/>
                <a:ea typeface="Consolas"/>
                <a:cs typeface="Consolas"/>
              </a:rPr>
              <a:t>gipotezy.xlsx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3749040"/>
            <a:ext cx="22860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onsolas"/>
                <a:ea typeface="Consolas"/>
                <a:cs typeface="Consolas"/>
              </a:rPr>
              <a:t>hypotheses/stream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4096512"/>
            <a:ext cx="5349240" cy="5943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8–10 гипотез: приоритет, норма, что смотреть, критерий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3639312"/>
            <a:ext cx="5669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82512" y="3730752"/>
            <a:ext cx="31089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onsolas"/>
                <a:ea typeface="Consolas"/>
                <a:cs typeface="Consolas"/>
              </a:rPr>
              <a:t>mnenie.docx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749040"/>
            <a:ext cx="22860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onsolas"/>
                <a:ea typeface="Consolas"/>
                <a:cs typeface="Consolas"/>
              </a:rPr>
              <a:t>opinion/stream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096512"/>
            <a:ext cx="5349240" cy="5943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Раздел I, 2–4 стр., только selected hypotheses, -c/-t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919471"/>
            <a:ext cx="5669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30352" y="5010911"/>
            <a:ext cx="31089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onsolas"/>
                <a:ea typeface="Consolas"/>
                <a:cs typeface="Consolas"/>
              </a:rPr>
              <a:t>zakluchenie.docx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029199"/>
            <a:ext cx="22860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onsolas"/>
                <a:ea typeface="Consolas"/>
                <a:cs typeface="Consolas"/>
              </a:rPr>
              <a:t>conclusion/stream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5376671"/>
            <a:ext cx="5349240" cy="5943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Титул, содержание, I как есть, наблюдения; II под шаблон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919471"/>
            <a:ext cx="566928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382512" y="5010911"/>
            <a:ext cx="310896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onsolas"/>
                <a:ea typeface="Consolas"/>
                <a:cs typeface="Consolas"/>
              </a:rPr>
              <a:t>ask + trail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18320" y="5029199"/>
            <a:ext cx="22860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7A6E"/>
                </a:solidFill>
                <a:latin typeface="Consolas"/>
                <a:ea typeface="Consolas"/>
                <a:cs typeface="Consolas"/>
              </a:rPr>
              <a:t>POST /ask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82512" y="5376671"/>
            <a:ext cx="5349240" cy="59436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Ответ + «Откуда» + jsonl чанков; refuse без evidence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17  ·  ПРЕИМУЩЕСТВА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Почему эта сборка держит домен аудита лучше «чат с файлами»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18 / 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" y="1078992"/>
            <a:ext cx="281635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" y="1078992"/>
            <a:ext cx="2816352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" y="1280160"/>
            <a:ext cx="2560320" cy="5029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Система записи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" y="1810512"/>
            <a:ext cx="2560320" cy="15544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Кейс знает, кто утвердил список, какой URL качали, какой чанк ушёл в ответ. История чата — витрина, не source of truth.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64408" y="1078992"/>
            <a:ext cx="281635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4408" y="1078992"/>
            <a:ext cx="2816352" cy="73152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92424" y="1280160"/>
            <a:ext cx="2560320" cy="5029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HITL в коде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92424" y="1810512"/>
            <a:ext cx="2560320" cy="15544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Два крана нельзя обойти «удачным» tool-call. 27B не решает качать ли ГК.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078992"/>
            <a:ext cx="281635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08776" y="1078992"/>
            <a:ext cx="2816352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36792" y="1280160"/>
            <a:ext cx="2560320" cy="5029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Норма отделена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810512"/>
            <a:ext cx="2560320" cy="15544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Индекс НПА не принимает клиентский Excel. Ask не ходит в веб. Чат без «вопрос» явно не цитата.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53144" y="1078992"/>
            <a:ext cx="281635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53144" y="1078992"/>
            <a:ext cx="2816352" cy="73152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281160" y="1280160"/>
            <a:ext cx="2560320" cy="5029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Отказ как фича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1810512"/>
            <a:ext cx="2560320" cy="15544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Пустой evidence → refuse. СВА видит честный промах retrieval, а не статью «из головы».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" y="3685032"/>
            <a:ext cx="281635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" y="3685032"/>
            <a:ext cx="2816352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48056" y="3886200"/>
            <a:ext cx="2560320" cy="5029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Домен РБ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6" y="4416552"/>
            <a:ext cx="2560320" cy="15544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Allowlist, known_sources, чанкер по статье, промпты «не РФ/IFRS», официальные формы pravo.by / nbrb.by.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4408" y="3685032"/>
            <a:ext cx="281635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264408" y="3685032"/>
            <a:ext cx="2816352" cy="73152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92424" y="3886200"/>
            <a:ext cx="2560320" cy="5029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Минимум своего кода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2424" y="4416552"/>
            <a:ext cx="2560320" cy="15544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Чат, auth, Files — OWUI. Инференс — Ollama. Поиск URL — SearXNG. Пишем только дыру домена.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3685032"/>
            <a:ext cx="281635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08776" y="3685032"/>
            <a:ext cx="2816352" cy="7315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36792" y="3886200"/>
            <a:ext cx="2560320" cy="5029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Наблюдаемость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36792" y="4416552"/>
            <a:ext cx="2560320" cy="15544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SSE-статусы, request id, manifest sha256, eval_rag, pytest на intent/ask/docx/allowlist.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53144" y="3685032"/>
            <a:ext cx="2816352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153144" y="3685032"/>
            <a:ext cx="2816352" cy="73152"/>
          </a:xfrm>
          <a:prstGeom prst="rect">
            <a:avLst/>
          </a:prstGeom>
          <a:solidFill>
            <a:srgbClr val="1B7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281160" y="3886200"/>
            <a:ext cx="2560320" cy="50292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2340"/>
                </a:solidFill>
                <a:latin typeface="Calibri"/>
                <a:ea typeface="Calibri"/>
                <a:cs typeface="Calibri"/>
              </a:rPr>
              <a:t>Коробка on-prem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81160" y="4416552"/>
            <a:ext cx="2560320" cy="15544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A6B7C"/>
                </a:solidFill>
                <a:latin typeface="Calibri"/>
                <a:ea typeface="Calibri"/>
                <a:cs typeface="Calibri"/>
              </a:rPr>
              <a:t>compose up, loopback, локальные веса. Формулировки проверки не уходят во внешнюю LLM.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841248"/>
            <a:ext cx="12191695" cy="50292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11480" y="91440"/>
            <a:ext cx="96012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18  ·  МАКСИМАЛЬНОЕ КАЧЕСТВО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310896"/>
            <a:ext cx="10241280" cy="45720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Задачи добить выдачу и контур. Не портал отдела, не второй агент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09960" y="292608"/>
            <a:ext cx="777240" cy="292608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6620256"/>
            <a:ext cx="73152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8C8"/>
                </a:solidFill>
                <a:latin typeface="Calibri"/>
                <a:ea typeface="Calibri"/>
                <a:cs typeface="Calibri"/>
              </a:rPr>
              <a:t>Audit Tools  ·  v0.0.1  ·  внутренний технический брифинг  ·  on-prem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620256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19 / 20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56032" y="1024128"/>
          <a:ext cx="11658600" cy="5349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P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Задача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Зачем для качества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Не делать рядом</a:t>
                      </a:r>
                    </a:p>
                  </a:txBody>
                  <a:tcPr marL="73152" marR="54864" marT="36576" marB="36576" anchor="ctr">
                    <a:solidFill>
                      <a:srgbClr val="0C23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P0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Shared secret на API из env (Pipe + ручные вызовы)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Любой процесс на хосте бьёт в :8100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Роли, LDAP, мультиuser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P0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Digest-пины searxng / open-webui образов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Воспроизводимый контур банка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latest в проде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P1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Eval RAG в CI-гейте; TestClient create→select без Ollama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Цитата не «на глаз» после смены embed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Новая vector DB «вместо eval»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P1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Полный trail: file/chunk/url на каждый ask и артефакт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СВА восстанавливает доказательство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Отдельный SIEM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P1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Обогащение docs/prompts/*.txt методологом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Карточки/мнение ближе к языку СВА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Новый код генераторов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P1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Засев Pipe при compose up без Admin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Качество = воспроизводимый сеанс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Форк Open WebUI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Золотые 20–30 Q на пакет «аренда»; refuse калибровка порога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ст. N / перефраз / нет в тексте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Крутить top-k без eval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Reindex tool после смены embedding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Векторы в одном пространстве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Держать MiniLM «на всякий»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Q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Метаданные редакции (дата, URL) в чанке и цитате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 смешивать две редакции ГК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Автокрол всех НПА с pravo.by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v0.2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Одностраничный «поставил → :3000»; health GPU/RAM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Качество сеанса = коробка без шаманства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Инсталлятор без засева Pipe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v0.3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«Открой кейс X» в новом чате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Не терять библиотеку между окнами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Dashboard кейсов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v0.4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evidence_sql DuckDB; Excel не в npa-*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«Сколько» ≠ «статья 625»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RAG по таблицам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v0.5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propose_tests → HITL → WP draft по шаблону банка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Бумага быстрее, статус всегда draft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Генератор «акта СВА»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4327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v0.6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1–2 rules (курс, лимит) как код/YAML + run_rule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Там, где LLM врать дороже всего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Классификатор на 40 правил</a:t>
                      </a:r>
                    </a:p>
                  </a:txBody>
                  <a:tcPr marL="73152" marR="54864" marT="36576" marB="36576"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4335">
                <a:tc>
                  <a:txBody>
                    <a:bodyPr/>
                    <a:lstStyle/>
                    <a:p>
                      <a:pPr algn="l"/>
                      <a:r>
                        <a:rPr sz="900" b="1" i="0">
                          <a:solidFill>
                            <a:srgbClr val="0C2340"/>
                          </a:solidFill>
                          <a:latin typeface="Calibri"/>
                          <a:ea typeface="Calibri"/>
                          <a:cs typeface="Calibri"/>
                        </a:rPr>
                        <a:t>v0.7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Пакет аренды: keywords, known_sources, золотые Q, WP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Повторная проверка не с пустого промпта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0" i="0">
                          <a:solidFill>
                            <a:srgbClr val="1A2332"/>
                          </a:solidFill>
                          <a:latin typeface="Calibri"/>
                          <a:ea typeface="Calibri"/>
                          <a:cs typeface="Calibri"/>
                        </a:rPr>
                        <a:t>Пустой чат как продукт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64592" y="5074920"/>
            <a:ext cx="12027103" cy="41148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25603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20  ·  ИТОГ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97280"/>
            <a:ext cx="10972800" cy="10972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Модель думает.
Документы доказывают.
Аудитор подтверждает.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91440" cy="3657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468880"/>
            <a:ext cx="10515600" cy="43891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Ядро — Audit Tool Server, не чат. Pipe — FSM фаз с HITL, не ReAct.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971800"/>
            <a:ext cx="91440" cy="3657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2971800"/>
            <a:ext cx="10515600" cy="43891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v0.0.1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закрывает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норму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до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черновика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заключения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Факт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/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тесты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/ WP —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следующий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контур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те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же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фазы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74720"/>
            <a:ext cx="91440" cy="3657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74720"/>
            <a:ext cx="10515600" cy="43891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Максимальное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качество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сейчас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: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секрет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API,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пины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образов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eval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в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гейте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, </a:t>
            </a:r>
            <a:r>
              <a:rPr sz="1500" b="0" i="0" dirty="0" err="1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промпты</a:t>
            </a:r>
            <a:r>
              <a:rPr sz="1500" b="0" i="0" dirty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 </a:t>
            </a:r>
            <a:r>
              <a:rPr sz="1500" b="0" i="0" dirty="0" err="1" smtClean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методолога</a:t>
            </a:r>
            <a:r>
              <a:rPr sz="1500" b="0" i="0" dirty="0" smtClean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.</a:t>
            </a:r>
            <a:endParaRPr sz="1500" b="0" i="0" dirty="0">
              <a:solidFill>
                <a:srgbClr val="D0DCE8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" y="3977640"/>
            <a:ext cx="91440" cy="365760"/>
          </a:xfrm>
          <a:prstGeom prst="rect">
            <a:avLst/>
          </a:prstGeom>
          <a:solidFill>
            <a:srgbClr val="C4A3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40"/>
            <a:ext cx="10515600" cy="438912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0DCE8"/>
                </a:solidFill>
                <a:latin typeface="Calibri"/>
                <a:ea typeface="Calibri"/>
                <a:cs typeface="Calibri"/>
              </a:rPr>
              <a:t>Не делать: SPA, форк Open WebUI, LangGraph, RAG по Excel, юридически значимую подпись «за аудитора».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69280"/>
            <a:ext cx="10972800" cy="640080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Один URL: localhost:3000  ·  модель Аудитор  ·  команда «вопрос …» = цитата  ·  без префикса = не норма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92240"/>
            <a:ext cx="1371600" cy="219456"/>
          </a:xfrm>
          <a:prstGeom prst="rect">
            <a:avLst/>
          </a:prstGeom>
          <a:noFill/>
        </p:spPr>
        <p:txBody>
          <a:bodyPr wrap="square" lIns="63500" tIns="40000" rIns="63500" bIns="4000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4A35A"/>
                </a:solidFill>
                <a:latin typeface="Calibri"/>
                <a:ea typeface="Calibri"/>
                <a:cs typeface="Calibri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4174</Words>
  <Application>Microsoft Office PowerPoint</Application>
  <PresentationFormat>Широкоэкранный</PresentationFormat>
  <Paragraphs>795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4" baseType="lpstr">
      <vt:lpstr>Arial</vt:lpstr>
      <vt:lpstr>Calibri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audit</dc:creator>
  <cp:keywords/>
  <dc:description>generated using python-pptx</dc:description>
  <cp:lastModifiedBy>audit</cp:lastModifiedBy>
  <cp:revision>3</cp:revision>
  <dcterms:created xsi:type="dcterms:W3CDTF">2013-01-27T09:14:16Z</dcterms:created>
  <dcterms:modified xsi:type="dcterms:W3CDTF">2026-08-31T06:27:25Z</dcterms:modified>
  <cp:category/>
</cp:coreProperties>
</file>